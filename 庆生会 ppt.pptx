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320" r:id="rId3"/>
    <p:sldId id="321" r:id="rId4"/>
    <p:sldId id="322" r:id="rId5"/>
    <p:sldId id="323" r:id="rId6"/>
    <p:sldId id="401" r:id="rId7"/>
    <p:sldId id="32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1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E5853-997E-4731-AD7B-086CB3AEF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037171-5AB9-4C21-B2AC-F8B4B3C99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EF537-A9D3-4ED6-8733-47B02F805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1474-CB50-4F21-B73C-149CCC53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140888-A0F6-4221-8CA9-3101F211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049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87864-C147-4B06-B6C3-93746969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0800F4-6C61-481B-B5AF-547B1D927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E2AA99-3D03-4417-B6BD-96FAAE87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50A6E1-7140-4429-9156-DC7309EE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8B8A83-DB2F-4060-AC53-95C2217D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39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36E48-3E49-42E2-917E-63EAC133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149F57-4419-4E58-9587-005036D71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262861-C243-4B8C-BCC3-3BE0794A5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F6DB9-4EF3-404F-BEEA-7657818FF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ECC6B-4799-476E-823B-EECF9875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38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1A1E6-AC5F-4224-B82C-0F571AD7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2517DA-FB2D-4027-AA71-373515C9D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7329EE-6E7E-4679-93A0-783303EA2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0EE8E7-FE73-4608-A72D-B4541B37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737621-3AE0-446A-A1CC-C9033DE5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01AB4-97A9-4612-BE53-DB9D5937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50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6ED4D-AA4D-45A8-8078-941BDA3E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B3D3CA-5F73-4127-826A-10B51EAED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8B16FA-B2FA-4205-B174-D87571320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7CCD89-652E-4CC2-AC32-3D7D8D0A8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36DE65-0893-4E05-9CB5-B4EE1D7F0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368B20-2D2C-43B2-ABE4-B1507398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70A6AE-9B92-4D27-B3B4-76DBECBC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BC563D-D60A-47B3-B0C9-A80849B77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695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681C7-3898-4170-A969-346F22FD3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44A295-88E4-4D99-9C0B-FF564183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873A82-90FD-408E-AE4C-67E776CFD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8A6E9E-C628-471C-AF09-D6979B6C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785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7AFE55-4C2C-41C9-AD34-CB62D5BA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7EAA23-BE17-4E10-B9A1-5F2D9D08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FA4807-2E95-464A-9835-82E30557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06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8C9A4-5C1F-4E6B-9442-74BCF4DC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D2D6C9-7C92-4456-85C7-2FD274DA4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20ACC8-79B6-4EC8-9642-3C9AF9661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E116B0-8D3D-4733-AB09-41A5574B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2218C3-7FB4-4485-8130-D65235E9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187A7D-8CCF-4072-ACF0-53240A1F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674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4388F-0659-4C0D-9511-47751B3F2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53B2BF-6BF0-41E6-97C8-8CCEC8F10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951E9A-B1A7-4649-B33C-F66AB7B96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91271D-191B-4D9E-9DD4-26BE06936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379BFF-DE69-4C9A-8059-360DF740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852CAC-E6A2-4BDB-84AB-9E580EE8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681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745C2-1280-4B55-9590-DC97E69B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158BBF-13F2-44B4-9DB3-9ECE1D930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4BECE-EB20-4E01-967D-95388DE77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2FD391-654D-4A70-AD43-948D5D6A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E9DAF4-85B3-482C-B6FD-1ED36F5FB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812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E41FB6-13FB-4E0D-B2BA-6EC36112A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1005C8-FB38-41E0-A719-236FCF232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62181A-1C08-45D6-9F8F-6D8448CE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9B833-8D18-4586-819A-5B1F14A0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FD1F1-4FA0-4205-9996-456BA2630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14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C02ED9-3BBD-4B49-9E31-C018A979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0E3013-5A3A-4219-A1A6-9603BF62C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87E77A-1735-4971-951B-06A0EEA8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11865-3583-4B99-8A75-00AD55E9BB0D}" type="datetimeFigureOut">
              <a:rPr lang="zh-CN" altLang="en-US" smtClean="0"/>
              <a:t>2018/9/7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2493FE-64BF-43D4-B571-3E320303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418F6-7B9A-4CC5-A863-1E6374CF9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3F38F-ABA3-4E5F-AFAE-87CC852BF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29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37018" y="1530582"/>
            <a:ext cx="5787375" cy="22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慶生會！！！</a:t>
            </a:r>
            <a:endParaRPr lang="en-US" altLang="zh-CN" sz="5400" dirty="0"/>
          </a:p>
          <a:p>
            <a:pPr>
              <a:lnSpc>
                <a:spcPct val="250000"/>
              </a:lnSpc>
            </a:pPr>
            <a:r>
              <a:rPr lang="zh-CN" altLang="en-US" sz="4050" dirty="0"/>
              <a:t>請</a:t>
            </a:r>
            <a:r>
              <a:rPr lang="en-US" altLang="zh-CN" sz="4050"/>
              <a:t>7 8 9</a:t>
            </a:r>
            <a:r>
              <a:rPr lang="zh-CN" altLang="en-US" sz="4050"/>
              <a:t>月</a:t>
            </a:r>
            <a:r>
              <a:rPr lang="zh-CN" altLang="en-US" sz="4050" dirty="0"/>
              <a:t>壽星上台</a:t>
            </a:r>
            <a:r>
              <a:rPr lang="en-US" altLang="zh-CN" sz="4050" dirty="0"/>
              <a:t>~~</a:t>
            </a:r>
            <a:endParaRPr lang="zh-CN" altLang="en-US" sz="4050" dirty="0"/>
          </a:p>
        </p:txBody>
      </p:sp>
      <p:sp>
        <p:nvSpPr>
          <p:cNvPr id="3" name="十字星 2"/>
          <p:cNvSpPr/>
          <p:nvPr/>
        </p:nvSpPr>
        <p:spPr>
          <a:xfrm>
            <a:off x="3071665" y="1530583"/>
            <a:ext cx="766911" cy="900247"/>
          </a:xfrm>
          <a:prstGeom prst="star4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63922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0292" y="857251"/>
            <a:ext cx="6033143" cy="474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dirty="0"/>
              <a:t>簡單的自我介紹</a:t>
            </a:r>
            <a:endParaRPr lang="en-US" altLang="zh-CN" sz="3600" dirty="0"/>
          </a:p>
          <a:p>
            <a:pPr>
              <a:lnSpc>
                <a:spcPct val="200000"/>
              </a:lnSpc>
            </a:pPr>
            <a:r>
              <a:rPr lang="zh-CN" altLang="en-US" sz="3000" dirty="0"/>
              <a:t>姓名：</a:t>
            </a:r>
            <a:endParaRPr lang="en-US" altLang="zh-CN" sz="3000" dirty="0"/>
          </a:p>
          <a:p>
            <a:pPr>
              <a:lnSpc>
                <a:spcPct val="200000"/>
              </a:lnSpc>
            </a:pPr>
            <a:r>
              <a:rPr lang="zh-CN" altLang="en-US" sz="3000" dirty="0"/>
              <a:t>年齡：</a:t>
            </a:r>
            <a:endParaRPr lang="en-US" altLang="zh-CN" sz="3000" dirty="0"/>
          </a:p>
          <a:p>
            <a:pPr>
              <a:lnSpc>
                <a:spcPct val="200000"/>
              </a:lnSpc>
            </a:pPr>
            <a:r>
              <a:rPr lang="zh-CN" altLang="en-US" sz="3000" dirty="0"/>
              <a:t>幾月幾號生日</a:t>
            </a:r>
            <a:r>
              <a:rPr lang="en-US" altLang="zh-CN" sz="3000" dirty="0"/>
              <a:t>/</a:t>
            </a:r>
            <a:r>
              <a:rPr lang="zh-CN" altLang="en-US" sz="3000" dirty="0"/>
              <a:t>受洗：</a:t>
            </a:r>
            <a:endParaRPr lang="en-US" altLang="zh-CN" sz="3000" dirty="0"/>
          </a:p>
          <a:p>
            <a:pPr>
              <a:lnSpc>
                <a:spcPct val="200000"/>
              </a:lnSpc>
            </a:pPr>
            <a:r>
              <a:rPr lang="zh-CN" altLang="en-US" sz="3000" dirty="0"/>
              <a:t>今年生日最想实现的愿望：</a:t>
            </a:r>
          </a:p>
        </p:txBody>
      </p:sp>
    </p:spTree>
    <p:extLst>
      <p:ext uri="{BB962C8B-B14F-4D97-AF65-F5344CB8AC3E}">
        <p14:creationId xmlns:p14="http://schemas.microsoft.com/office/powerpoint/2010/main" val="284088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7447" y="2378377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台下祝福時間</a:t>
            </a:r>
            <a:r>
              <a:rPr lang="en-US" altLang="zh-CN" sz="3600" dirty="0"/>
              <a:t>~~</a:t>
            </a:r>
            <a:endParaRPr lang="zh-CN" altLang="en-US" sz="3600" dirty="0"/>
          </a:p>
        </p:txBody>
      </p:sp>
      <p:sp>
        <p:nvSpPr>
          <p:cNvPr id="3" name="心形 2"/>
          <p:cNvSpPr/>
          <p:nvPr/>
        </p:nvSpPr>
        <p:spPr>
          <a:xfrm>
            <a:off x="3519053" y="2378376"/>
            <a:ext cx="448887" cy="623248"/>
          </a:xfrm>
          <a:prstGeom prst="hear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243682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82144" y="1044286"/>
            <a:ext cx="4975167" cy="387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/>
              <a:t>生日歌：</a:t>
            </a:r>
            <a:endParaRPr lang="en-US" altLang="zh-CN" sz="3600" b="1" dirty="0"/>
          </a:p>
          <a:p>
            <a:pPr algn="ctr">
              <a:lnSpc>
                <a:spcPct val="150000"/>
              </a:lnSpc>
            </a:pPr>
            <a:r>
              <a:rPr lang="zh-CN" altLang="en-US" sz="3300" dirty="0"/>
              <a:t>一個生日不夠</a:t>
            </a:r>
            <a:endParaRPr lang="en-US" altLang="zh-CN" sz="3300" dirty="0"/>
          </a:p>
          <a:p>
            <a:pPr algn="ctr">
              <a:lnSpc>
                <a:spcPct val="150000"/>
              </a:lnSpc>
            </a:pPr>
            <a:r>
              <a:rPr lang="zh-CN" altLang="en-US" sz="3300" dirty="0"/>
              <a:t>還要再來一個</a:t>
            </a:r>
            <a:endParaRPr lang="en-US" altLang="zh-CN" sz="3300" dirty="0"/>
          </a:p>
          <a:p>
            <a:pPr algn="ctr">
              <a:lnSpc>
                <a:spcPct val="150000"/>
              </a:lnSpc>
            </a:pPr>
            <a:r>
              <a:rPr lang="zh-CN" altLang="en-US" sz="3300" dirty="0"/>
              <a:t>信靠耶穌得永生</a:t>
            </a:r>
            <a:endParaRPr lang="en-US" altLang="zh-CN" sz="3300" dirty="0"/>
          </a:p>
          <a:p>
            <a:pPr algn="ctr">
              <a:lnSpc>
                <a:spcPct val="150000"/>
              </a:lnSpc>
            </a:pPr>
            <a:r>
              <a:rPr lang="zh-CN" altLang="en-US" sz="3300" dirty="0"/>
              <a:t>你就會有兩個</a:t>
            </a:r>
          </a:p>
        </p:txBody>
      </p:sp>
      <p:pic>
        <p:nvPicPr>
          <p:cNvPr id="3" name="生日快乐歌">
            <a:hlinkClick r:id="" action="ppaction://media"/>
            <a:extLst>
              <a:ext uri="{FF2B5EF4-FFF2-40B4-BE49-F238E27FC236}">
                <a16:creationId xmlns:a16="http://schemas.microsoft.com/office/drawing/2014/main" id="{831051F3-5130-47A5-BC5A-793768E878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832305" y="551723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0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21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66460" y="1991937"/>
            <a:ext cx="40895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500" dirty="0"/>
              <a:t>切蛋糕</a:t>
            </a:r>
            <a:endParaRPr lang="en-US" altLang="zh-CN" sz="4500" dirty="0"/>
          </a:p>
          <a:p>
            <a:r>
              <a:rPr lang="en-US" altLang="zh-CN" sz="4500" dirty="0"/>
              <a:t>-----</a:t>
            </a:r>
            <a:r>
              <a:rPr lang="zh-CN" altLang="en-US" sz="3200" dirty="0"/>
              <a:t>请影音组预备</a:t>
            </a:r>
            <a:endParaRPr lang="zh-CN" altLang="en-US" sz="4500" dirty="0"/>
          </a:p>
        </p:txBody>
      </p:sp>
      <p:sp>
        <p:nvSpPr>
          <p:cNvPr id="4" name="十字星 3"/>
          <p:cNvSpPr/>
          <p:nvPr/>
        </p:nvSpPr>
        <p:spPr>
          <a:xfrm>
            <a:off x="3719737" y="1830972"/>
            <a:ext cx="846723" cy="922713"/>
          </a:xfrm>
          <a:prstGeom prst="star4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十字星 4"/>
          <p:cNvSpPr/>
          <p:nvPr/>
        </p:nvSpPr>
        <p:spPr>
          <a:xfrm>
            <a:off x="6351558" y="1833054"/>
            <a:ext cx="896571" cy="922713"/>
          </a:xfrm>
          <a:prstGeom prst="star4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18310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F81AFA-BA94-462C-9151-FD63857355CB}"/>
              </a:ext>
            </a:extLst>
          </p:cNvPr>
          <p:cNvSpPr txBox="1"/>
          <p:nvPr/>
        </p:nvSpPr>
        <p:spPr>
          <a:xfrm>
            <a:off x="2711624" y="1844825"/>
            <a:ext cx="5832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送礼物时间</a:t>
            </a:r>
            <a:r>
              <a:rPr lang="en-US" altLang="zh-CN" sz="4400" dirty="0"/>
              <a:t>~~~</a:t>
            </a:r>
            <a:endParaRPr lang="zh-CN" altLang="en-US" sz="4400" dirty="0"/>
          </a:p>
        </p:txBody>
      </p:sp>
      <p:sp>
        <p:nvSpPr>
          <p:cNvPr id="3" name="心形 2">
            <a:extLst>
              <a:ext uri="{FF2B5EF4-FFF2-40B4-BE49-F238E27FC236}">
                <a16:creationId xmlns:a16="http://schemas.microsoft.com/office/drawing/2014/main" id="{ECE1BBDE-1A06-470B-A85B-AD2E486E9AEB}"/>
              </a:ext>
            </a:extLst>
          </p:cNvPr>
          <p:cNvSpPr/>
          <p:nvPr/>
        </p:nvSpPr>
        <p:spPr>
          <a:xfrm>
            <a:off x="6672064" y="1914038"/>
            <a:ext cx="648072" cy="631013"/>
          </a:xfrm>
          <a:prstGeom prst="heart">
            <a:avLst/>
          </a:prstGeom>
          <a:solidFill>
            <a:srgbClr val="EFBBE6"/>
          </a:solidFill>
          <a:ln>
            <a:solidFill>
              <a:srgbClr val="E840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547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心形 2"/>
          <p:cNvSpPr/>
          <p:nvPr/>
        </p:nvSpPr>
        <p:spPr>
          <a:xfrm>
            <a:off x="3359697" y="1954530"/>
            <a:ext cx="807749" cy="747423"/>
          </a:xfrm>
          <a:prstGeom prst="heart">
            <a:avLst/>
          </a:prstGeom>
          <a:solidFill>
            <a:srgbClr val="EFBBE6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extBox 1"/>
          <p:cNvSpPr txBox="1"/>
          <p:nvPr/>
        </p:nvSpPr>
        <p:spPr>
          <a:xfrm>
            <a:off x="4217324" y="1917123"/>
            <a:ext cx="364715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500" dirty="0"/>
              <a:t>輔導祝福禱告</a:t>
            </a:r>
          </a:p>
        </p:txBody>
      </p:sp>
      <p:sp>
        <p:nvSpPr>
          <p:cNvPr id="5" name="心形 4">
            <a:extLst>
              <a:ext uri="{FF2B5EF4-FFF2-40B4-BE49-F238E27FC236}">
                <a16:creationId xmlns:a16="http://schemas.microsoft.com/office/drawing/2014/main" id="{9E0B7C0B-5E44-4761-BB6A-D7D076029BB6}"/>
              </a:ext>
            </a:extLst>
          </p:cNvPr>
          <p:cNvSpPr/>
          <p:nvPr/>
        </p:nvSpPr>
        <p:spPr>
          <a:xfrm>
            <a:off x="7847669" y="1954530"/>
            <a:ext cx="807749" cy="747423"/>
          </a:xfrm>
          <a:prstGeom prst="heart">
            <a:avLst/>
          </a:prstGeom>
          <a:solidFill>
            <a:srgbClr val="EFBBE6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085234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宽屏</PresentationFormat>
  <Paragraphs>17</Paragraphs>
  <Slides>7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庆生会</dc:title>
  <dc:creator>华商联谊会</dc:creator>
  <cp:lastModifiedBy>华商联谊会</cp:lastModifiedBy>
  <cp:revision>4</cp:revision>
  <dcterms:created xsi:type="dcterms:W3CDTF">2018-06-22T11:10:39Z</dcterms:created>
  <dcterms:modified xsi:type="dcterms:W3CDTF">2018-09-07T12:21:41Z</dcterms:modified>
</cp:coreProperties>
</file>